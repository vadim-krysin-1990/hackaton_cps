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2232000"/>
            <a:ext cx="432000" cy="1655999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6000" y="1728000"/>
            <a:ext cx="10080000" cy="16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ЦИФРОВОЙ АНАЛИТИК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ЭКЗИТ-ИНТЕРВЬЮ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3456000"/>
            <a:ext cx="9360000" cy="9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Транскрипт беседы → паспорт проблемы → дашборд для руководства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6000" y="4860000"/>
            <a:ext cx="10080000" cy="108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Первый ИИ-хакатон Газпром ЦПС · 18 сентября 2026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Кейс 4 «Экзит-интервью» · команда №1 · Вадим Крысин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080000" cy="540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Задача и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0000" y="216000"/>
            <a:ext cx="126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2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588000"/>
            <a:ext cx="7200000" cy="251999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F6B7A"/>
                </a:solidFill>
                <a:latin typeface="Arial"/>
              </a:rPr>
              <a:t>Цифровой аналитик экзит-интервью · Первый ИИ-хакатон Газпром ЦПС · 18.09.2026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4680000" cy="36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8A24"/>
                </a:solidFill>
                <a:latin typeface="Arial"/>
              </a:rPr>
              <a:t>ЗАДАЧА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440000"/>
            <a:ext cx="4680000" cy="43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Интервьюер записывает беседу с увольняющимся в текстовый файл.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Аналитика по таким записям делается «на глаз», раз в квартал.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Системную проблему компания замечает с опозданием на 2–3 месяца, когда ушли ещё несколько человек.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Нужен HR-аналитик, который за минуту превращает сырой текст в структурированный паспорт проблемы и складывает паспорта в дашборд для руководства.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72000" y="1080000"/>
            <a:ext cx="28800" cy="5040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32000" y="1080000"/>
            <a:ext cx="5760000" cy="36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8A24"/>
                </a:solidFill>
                <a:latin typeface="Arial"/>
              </a:rPr>
              <a:t>ЧТО УМЕЕТ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2000" y="1475999"/>
            <a:ext cx="792000" cy="54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08A24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6000" y="1475999"/>
            <a:ext cx="504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Транскрипт .txt → паспорт из пяти полей за 10 секунд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00" y="1871999"/>
            <a:ext cx="5040000" cy="7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причина ухода, боли с частотой, что работает, риск для команды, три гипотезы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2000" y="2700000"/>
            <a:ext cx="792000" cy="54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08A24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6000" y="2700000"/>
            <a:ext cx="504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Каждый факт подтверждён цитатой из текста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6000" y="3096000"/>
            <a:ext cx="5040000" cy="7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цитата ищется в источнике программно; не нашлась — факт в паспорт не попадает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2000" y="3923999"/>
            <a:ext cx="792000" cy="54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08A24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000" y="3923999"/>
            <a:ext cx="504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Что говорит и что чувствует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6000" y="4319999"/>
            <a:ext cx="5040000" cy="7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настроение по репликам, график хода разговора, эмоциональные маркеры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2000" y="5148000"/>
            <a:ext cx="792000" cy="54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08A24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6000" y="5148000"/>
            <a:ext cx="504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Дашборд по всем интервью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00" y="5543999"/>
            <a:ext cx="5040000" cy="7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частота проблем, зоны риска, граф связей между проблемами, что делать с главной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080000" cy="540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Как делали: агентный подход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0000" y="216000"/>
            <a:ext cx="126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3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588000"/>
            <a:ext cx="7200000" cy="251999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F6B7A"/>
                </a:solidFill>
                <a:latin typeface="Arial"/>
              </a:rPr>
              <a:t>Цифровой аналитик экзит-интервью · Первый ИИ-хакатон Газпром ЦПС · 18.09.2026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080000"/>
            <a:ext cx="2015999" cy="576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080000"/>
            <a:ext cx="2015999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Постановка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6000" y="1080000"/>
            <a:ext cx="324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5F6B7A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0" y="1080000"/>
            <a:ext cx="2015999" cy="576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0000" y="1080000"/>
            <a:ext cx="2015999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000" y="1080000"/>
            <a:ext cx="324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5F6B7A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0000" y="1080000"/>
            <a:ext cx="2015999" cy="576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0" y="1080000"/>
            <a:ext cx="2015999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Генерация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6000" y="1080000"/>
            <a:ext cx="324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5F6B7A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80000" y="1080000"/>
            <a:ext cx="2015999" cy="576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0000" y="1080000"/>
            <a:ext cx="2015999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Проверка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6000" y="1080000"/>
            <a:ext cx="324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5F6B7A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20000" y="1080000"/>
            <a:ext cx="2015999" cy="576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0000" y="1080000"/>
            <a:ext cx="2015999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Сборка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1944000"/>
            <a:ext cx="3671999" cy="4464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0000" y="1944000"/>
            <a:ext cx="3671999" cy="54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000" y="2088000"/>
            <a:ext cx="3456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3D7A"/>
                </a:solidFill>
                <a:latin typeface="Arial"/>
              </a:rPr>
              <a:t>Человек декомпозировал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000" y="2556000"/>
            <a:ext cx="3456000" cy="3744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Правило: нет цитаты в тексте — нет факта в паспорте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Порядок слотов: каркас → синтетика → конвейер → проверка → экраны → модель → упаковка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Что режем: SSO, дообучение, бот в мессенджере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Сигналы жюри → переключатель моделей, креативная «фишка»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8000" y="1944000"/>
            <a:ext cx="3671999" cy="4464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8000" y="1944000"/>
            <a:ext cx="3671999" cy="54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6000" y="2088000"/>
            <a:ext cx="3456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3D7A"/>
                </a:solidFill>
                <a:latin typeface="Arial"/>
              </a:rPr>
              <a:t>Агент сделал целиком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6000" y="2556000"/>
            <a:ext cx="3456000" cy="3744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Синтетический датасет: 12 бесед + 10 кейсов организаторов, три формата записи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Конвейер: реплики → настроение → паспорт по JSON-схеме → проверка цитат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API, три экрана, два графика, DOCX, 21 тест, README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Заметки о каждом слоте — материал этого слайда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6000" y="1944000"/>
            <a:ext cx="3671999" cy="4464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6000" y="1944000"/>
            <a:ext cx="3671999" cy="540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000" y="2088000"/>
            <a:ext cx="3456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3D7A"/>
                </a:solidFill>
                <a:latin typeface="Arial"/>
              </a:rPr>
              <a:t>Где агент ошибся, как поймали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4000" y="2556000"/>
            <a:ext cx="3456000" cy="3744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Словарь настроения ловил «ад» внутри «задачи» — видно в отладке, короткие маркеры стали словами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Запасной путь записал похвалу в боли: 92 % интервью — поймано по дашборду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Рассуждающая модель тратила токены на размышления, половина бесед падала в запасной путь — поймано по полю «движок», лечение: JSON-режим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QA шло параллельно: проверка цитат написана вторым шагом, до экранов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080000" cy="540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Почему это можно внедрять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0000" y="216000"/>
            <a:ext cx="126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4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588000"/>
            <a:ext cx="7200000" cy="251999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F6B7A"/>
                </a:solidFill>
                <a:latin typeface="Arial"/>
              </a:rPr>
              <a:t>Цифровой аналитик экзит-интервью · Первый ИИ-хакатон Газпром ЦПС · 18.09.2026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3671999" cy="5256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1152000"/>
            <a:ext cx="3671999" cy="54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296000"/>
            <a:ext cx="3456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3D7A"/>
                </a:solidFill>
                <a:latin typeface="Arial"/>
              </a:rPr>
              <a:t>Безопасность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764000"/>
            <a:ext cx="3456000" cy="4536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Открытая модель через Ollama: данные не покидают контур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Для разработки — облако Ollama, для контура — та же модель локально, переключение в .env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Транскрипты анонимны, персональные данные в паспорт не переносятся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Журнал: кто, когда, что загрузил, сколько заняло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Единый вход: Keycloak на отдельном сервере, роли из realm, проверено на стенде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8000" y="1152000"/>
            <a:ext cx="3671999" cy="5256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48000" y="1152000"/>
            <a:ext cx="3671999" cy="54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6000" y="1296000"/>
            <a:ext cx="3456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3D7A"/>
                </a:solidFill>
                <a:latin typeface="Arial"/>
              </a:rPr>
              <a:t>Вписанность в ландшафт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6000" y="1764000"/>
            <a:ext cx="3456000" cy="4536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Python + FastAPI, React, SQLite; без GPU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Запуск одной командой, Docker-сборка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Схема паспорта одна при любой модели: дашборд от модели не зависит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Модель недоступна — сервис не падает, работает запасной путь с пометкой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Малая модель 20B: 9 с на паспорт; большая 120B для спорных случаев: 4 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6000" y="1152000"/>
            <a:ext cx="3671999" cy="5256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6000" y="1152000"/>
            <a:ext cx="3671999" cy="540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000" y="1296000"/>
            <a:ext cx="3456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3D7A"/>
                </a:solidFill>
                <a:latin typeface="Arial"/>
              </a:rPr>
              <a:t>Люди и перенос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000" y="1764000"/>
            <a:ext cx="3456000" cy="4536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Промпты в текстовых файлах: HR правит правила без разработчика и без перезапуска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Сопровождает HR-аналитик, разработчик нужен раз в квартал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Тот же конвейер переносится на опросы вовлечённости и обратную связь после проектов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Каждый паспорт хранит шаги, заметки и отчёт проверки: решение объяснимо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080000" cy="540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Эффект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0000" y="216000"/>
            <a:ext cx="126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5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588000"/>
            <a:ext cx="7200000" cy="251999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F6B7A"/>
                </a:solidFill>
                <a:latin typeface="Arial"/>
              </a:rPr>
              <a:t>Цифровой аналитик экзит-интервью · Первый ИИ-хакатон Газпром ЦПС · 18.09.2026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7380000" cy="2160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7020000" cy="36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08A24"/>
                </a:solidFill>
                <a:latin typeface="Arial"/>
              </a:rPr>
              <a:t>ФОРМУЛА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620000"/>
            <a:ext cx="7020000" cy="7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003D7A"/>
                </a:solidFill>
                <a:latin typeface="Arial"/>
              </a:rPr>
              <a:t>(норматив ручного разбора − время сервиса) × число интервью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448000"/>
            <a:ext cx="7020000" cy="7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1F2933"/>
                </a:solidFill>
                <a:latin typeface="Arial"/>
              </a:rPr>
              <a:t>40 мин − 8 с ≈ 40 мин на беседу · 22 беседы демо = 14,7 часа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0000" y="1152000"/>
            <a:ext cx="3708000" cy="2160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0000" y="1224000"/>
            <a:ext cx="3708000" cy="9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108 / 108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2000" y="2232000"/>
            <a:ext cx="3564000" cy="9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цитат проверено / подтверждено. Выдуманных фактов: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3671999"/>
            <a:ext cx="11448000" cy="36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08A24"/>
                </a:solidFill>
                <a:latin typeface="Arial"/>
              </a:rPr>
              <a:t>ГЛАВНОЕ НЕ МИНУТЫ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4031999"/>
            <a:ext cx="11448000" cy="216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Системная проблема видна в день загрузки, а не через квартал: реакция раньше на 2–3 месяца.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Дашборд считает частоту болей по всем интервью, а не «среднюю температуру»: видно, что «инструменты» тянут за собой «согласования».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Норматив 40 минут — гипотеза; цифра берётся у HR и меняется одной строкой в конфиге, сервис считает время сам по журналу.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080000" cy="540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0000" y="216000"/>
            <a:ext cx="126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6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588000"/>
            <a:ext cx="7200000" cy="251999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F6B7A"/>
                </a:solidFill>
                <a:latin typeface="Arial"/>
              </a:rPr>
              <a:t>Цифровой аналитик экзит-интервью · Первый ИИ-хакатон Газпром ЦПС · 18.09.2026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2736000" cy="576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152000"/>
            <a:ext cx="2736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Сегодня: Демо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835999"/>
            <a:ext cx="2592000" cy="18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22 беседы на стенде 13.143.181.167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паспорт, дашборд, связи, DOCX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скрытый кейс жюри на входе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6000" y="1152000"/>
            <a:ext cx="2736000" cy="576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6000" y="1152000"/>
            <a:ext cx="2736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 недели: План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7999" y="1835999"/>
            <a:ext cx="2592000" cy="18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прогон на реальных интервью с HR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калибровка категорий и словаря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порог схожести цитат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2000" y="1152000"/>
            <a:ext cx="2736000" cy="576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2000" y="1152000"/>
            <a:ext cx="2736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Квартал: Пилот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999" y="1835999"/>
            <a:ext cx="2592000" cy="18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локальная Ollama в контуре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источник транскриптов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доступ руководителям по подразделениям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07999" y="1152000"/>
            <a:ext cx="2736000" cy="5760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999" y="1152000"/>
            <a:ext cx="2736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Владелец: HR-аналитика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9999" y="1835999"/>
            <a:ext cx="2592000" cy="18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разработчик раз в квартал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промпты правит HR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метрика: лаг до реакции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3888000"/>
            <a:ext cx="11448000" cy="36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08A24"/>
                </a:solidFill>
                <a:latin typeface="Arial"/>
              </a:rPr>
              <a:t>ТОП-3 РИСКА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284000"/>
            <a:ext cx="4320000" cy="64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2933"/>
                </a:solidFill>
                <a:latin typeface="Arial"/>
              </a:rPr>
              <a:t>Качество транскрипта на входе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2000" y="4284000"/>
            <a:ext cx="7056000" cy="64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Arial"/>
              </a:rPr>
              <a:t>короткая или обрывочная запись → паспорт с пометкой «мало данных», не выдумка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5004000"/>
            <a:ext cx="4320000" cy="64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2933"/>
                </a:solidFill>
                <a:latin typeface="Arial"/>
              </a:rPr>
              <a:t>Дословные цитаты на дашборде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2000" y="5004000"/>
            <a:ext cx="7056000" cy="64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Arial"/>
              </a:rPr>
              <a:t>цитаты только в карточке, на дашборде агрегаты без персональных деталей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5724000"/>
            <a:ext cx="4320000" cy="64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2933"/>
                </a:solidFill>
                <a:latin typeface="Arial"/>
              </a:rPr>
              <a:t>Доверие руководителей к автоматическому паспорту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2000" y="5724000"/>
            <a:ext cx="7056000" cy="64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Arial"/>
              </a:rPr>
              <a:t>проверка цитат и шаги конвейера видны явно, любой факт кликается до источника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6000" y="2160000"/>
            <a:ext cx="9360000" cy="108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Спасибо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6000" y="3420000"/>
            <a:ext cx="9360000" cy="144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Репозиторий: github.com/Vadim-Krysin-1990/hackaton_cps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Готов показать журнал агента, шаги конвейера и любой промпт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Цифровой аналитик экзит-интервью</dc:title>
  <dc:subject/>
  <dc:creator>Вадим Крысин</dc:creator>
  <cp:keywords/>
  <dc:description/>
  <cp:lastModifiedBy>Вадим Крысин</cp:lastModifiedBy>
  <cp:revision>1</cp:revision>
  <dcterms:created xsi:type="dcterms:W3CDTF">2026-09-18T12:00:00Z</dcterms:created>
  <dcterms:modified xsi:type="dcterms:W3CDTF">2026-09-18T12:00:00Z</dcterms:modified>
  <cp:category/>
</cp:coreProperties>
</file>